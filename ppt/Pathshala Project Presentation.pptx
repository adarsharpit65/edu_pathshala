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30.jpg"/><Relationship Id="rId7" Type="http://schemas.openxmlformats.org/officeDocument/2006/relationships/image" Target="../media/image28.jpg"/><Relationship Id="rId8" Type="http://schemas.openxmlformats.org/officeDocument/2006/relationships/image" Target="../media/image3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650694" y="2483197"/>
            <a:ext cx="4890611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Pathshala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767137" y="3864322"/>
            <a:ext cx="46577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AI-Powered Learning &amp; Teaching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809750" y="2637829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Ineffective Search: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Standard filters like "Math" or "Physics" are too broad. Students can't find help for specific topics or learning styles.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1809750" y="3546276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Accessibility &amp; Cost: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Quality, one-on-one tutoring is often expensive (₹300-₹500/hr) and inflexible, making it inaccessible to many.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809750" y="445472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Impersonal Connection: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Tutors and students are matched based on keywords, not on teaching style, learning preferences, or goals, leading to poor fits.</a:t>
            </a:r>
            <a:endParaRPr/>
          </a:p>
        </p:txBody>
      </p:sp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68545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59390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50234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1. Problem Statement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1809750" y="2016025"/>
            <a:ext cx="904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AI-Powered Smart-Matching: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 GenAI engine that understands natural language. A student asks for "help with momentum for an exam," and is matched with a tutor verified in that *exact* topic.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809750" y="325963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Radical Affordability: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 new model making verified tutors available for as low as **₹30 per hour**, democratizing private education.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809750" y="416808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Intelligent Onboarding: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AI-driven conversational profiling and document verification (OCR) to build rich profiles and automate trust.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809750" y="5076527"/>
            <a:ext cx="9048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GenAI Learning Tools: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An integrated "Gemini Notes" feature, 24/7 AI Helper bot, and auto-generated quizzes to support learning.`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0636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30725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21570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512415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2. Proposed Solution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809333" y="3324225"/>
            <a:ext cx="10801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Frontend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933825"/>
            <a:ext cx="2774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HTML5, CSS3, and JavaScript for a responsive, lightweight user interface. Deployed globally via Netlify.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280749" y="3324225"/>
            <a:ext cx="16302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Generative AI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08475" y="3933825"/>
            <a:ext cx="277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Google Gemini API for conversational AI, content generation (notes), and sentiment analysis on reviews.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827174" y="3324225"/>
            <a:ext cx="203025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Matching Engine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54925" y="39338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Vector Database (e.g., Pinecone, Chroma) to store profile "embeddings" and enable high-speed, semantic search for matching.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2225" y="26289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2276" y="26289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3. Technology Stack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180600" y="4547725"/>
            <a:ext cx="5037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666750" y="3981450"/>
            <a:ext cx="10858500" cy="38100"/>
          </a:xfrm>
          <a:prstGeom prst="roundRect">
            <a:avLst>
              <a:gd fmla="val 16667" name="adj"/>
            </a:avLst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04316" y="4238625"/>
            <a:ext cx="2622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1. Onboarding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66750" y="4657725"/>
            <a:ext cx="249733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User signs up. GenAI chatbot interviews them, extracts skills, and verifies documents.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391272" y="2551062"/>
            <a:ext cx="2622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2. Embedding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453705" y="2970162"/>
            <a:ext cx="249733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User's profile (skills, style) is converted into a numerical "vector embedding" via an AI model.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178227" y="4238625"/>
            <a:ext cx="2622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3. Storage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240660" y="4657725"/>
            <a:ext cx="249733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This unique vector is stored in a specialized Vector Database, ready for matching.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965183" y="2124521"/>
            <a:ext cx="2622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4. Smart-Match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027616" y="2543621"/>
            <a:ext cx="2497335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 learner's query ("help with physics") is also converted to a vector. The database finds the closest tutor matches in milliseconds.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820167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B8B"/>
          </a:solidFill>
          <a:ln cap="flat" cmpd="sng" w="38100">
            <a:solidFill>
              <a:srgbClr val="AF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607123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B8B"/>
          </a:solidFill>
          <a:ln cap="flat" cmpd="sng" w="38100">
            <a:solidFill>
              <a:srgbClr val="AF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394078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B8B"/>
          </a:solidFill>
          <a:ln cap="flat" cmpd="sng" w="38100">
            <a:solidFill>
              <a:srgbClr val="AF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0181034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B8B"/>
          </a:solidFill>
          <a:ln cap="flat" cmpd="sng" w="38100">
            <a:solidFill>
              <a:srgbClr val="AF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4. Architecture / Design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314575"/>
            <a:ext cx="336545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719322" y="3324225"/>
            <a:ext cx="12601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Homepage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3933825"/>
            <a:ext cx="2774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Clean, simple UI prompts the user to select their role: "Learner," "Tutor," or "Both." (Live at jocular-dragon-71ea09.netlify.app)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285749" y="3324225"/>
            <a:ext cx="16202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Hub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708475" y="3933825"/>
            <a:ext cx="2774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 simple search bar where users type their query in natural language, e.g., "I need a tutor for 12th-grade calculus."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037200" y="3324225"/>
            <a:ext cx="161020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Gemini Notes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454925" y="39338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 dedicated tab where users can type a prompt (e.g., "explain the Kreb's cycle") and instantly generate clean notes and diagrams.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2225" y="26289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2276" y="26289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5. Demo / Screenshots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1143000" y="275689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Learners: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Access to hyper-specific, verified help at an unbeatable price (₹30/hr). 24/7 support from an AI Helper.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62750" y="275689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Tutors: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 steady stream of students who *perfectly* match their teaching style. AI tools to automate verification and build credibility.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143000" y="4000500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Both: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A safe, anonymous, and collaborative ecosystem with AI-generated quizzes, summaries, and goal tracking.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80451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0451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0481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6. Impact &amp; Use Cases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1809750" y="2183606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Native Mobile Apps: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Building dedicated iOS and Android applications for on-the-go learning and push notifications.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809750" y="309205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AI-Moderated Group Sessions: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Expanding beyond 1-on-1 to allow small group "study hall" sessions with an AI moderator.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809750" y="400050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 Gamification: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Enhancing the "points" system with streaks, leaderboards, and badges to drive student motivation.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809750" y="4908946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Fine-Tuned Models: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Training a custom AI model on data from successful sessions to create an even more powerful, specialized matching engine.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23123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13967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0481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9565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7. Future Scope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519375"/>
            <a:ext cx="3365475" cy="37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519370"/>
            <a:ext cx="3365450" cy="37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1571395"/>
            <a:ext cx="3365450" cy="37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1502577" y="3719013"/>
            <a:ext cx="169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Adarsh Kumar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62025" y="4319587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Project Lead /Developer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135731" y="3709987"/>
            <a:ext cx="192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Sanny Rai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831550" y="4319575"/>
            <a:ext cx="256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PowerPoint Presentation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882181" y="3709987"/>
            <a:ext cx="192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FEEEE"/>
                </a:solidFill>
                <a:latin typeface="Merriweather"/>
                <a:ea typeface="Merriweather"/>
                <a:cs typeface="Merriweather"/>
                <a:sym typeface="Merriweather"/>
              </a:rPr>
              <a:t>Ayush Raj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256514" y="4319587"/>
            <a:ext cx="117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UI Designer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66750" y="5524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8. Team Members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66750" y="1219200"/>
            <a:ext cx="10858500" cy="1905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1" title="99e9b714-9440-4ea3-8978-2b16e793c7e1.jpg"/>
          <p:cNvPicPr preferRelativeResize="0"/>
          <p:nvPr/>
        </p:nvPicPr>
        <p:blipFill rotWithShape="1">
          <a:blip r:embed="rId6">
            <a:alphaModFix/>
          </a:blip>
          <a:srcRect b="50191" l="27849" r="27853" t="7726"/>
          <a:stretch/>
        </p:blipFill>
        <p:spPr>
          <a:xfrm>
            <a:off x="1430333" y="1649225"/>
            <a:ext cx="1838326" cy="174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title="dadbde1a-8566-4ff8-ae89-5e0bde27d28a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2727" y="1631152"/>
            <a:ext cx="1746425" cy="174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title="3ebaa6e5-b881-40d8-bc0a-bbdec74583c5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69163" y="1681887"/>
            <a:ext cx="1746427" cy="174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B8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395287" y="2492722"/>
            <a:ext cx="11401425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66750" y="3797647"/>
            <a:ext cx="10858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